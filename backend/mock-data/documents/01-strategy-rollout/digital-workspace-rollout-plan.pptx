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E3A8A"/>
                </a:solidFill>
              </a:rPr>
              <a:t>Digital Workspace Rollout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34155"/>
                </a:solidFill>
              </a:rPr>
              <a:t>Orchid Retail Digital Transformation | CentralDocs pilot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/>
          <a:lstStyle/>
          <a:p>
            <a:pPr algn="ctr"/>
            <a:r>
              <a:rPr b="1" sz="1600">
                <a:solidFill>
                  <a:srgbClr val="0F766E"/>
                </a:solidFill>
              </a:rPr>
              <a:t>Why this rollout matters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Documents are scattered across email, drives, spreadsheets, and meeting files.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Staff repeat questions about vendor onboarding, invoices, approvals, and support answers.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CentralDocs gives one place to search, chat, cite references, and generate new documents.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212080" cy="3566160"/>
          </a:xfrm>
          <a:prstGeom prst="roundRect">
            <a:avLst/>
          </a:prstGeom>
          <a:solidFill>
            <a:srgbClr val="F0FD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/>
          <a:lstStyle/>
          <a:p>
            <a:pPr algn="ctr"/>
            <a:r>
              <a:rPr b="1" sz="1600">
                <a:solidFill>
                  <a:srgbClr val="0F766E"/>
                </a:solidFill>
              </a:rPr>
              <a:t>Pilot promise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Attach documents or folders before asking questions.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Every AI answer should show References Used.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Useful chat sessions can become downloadable Markdown briefings.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E3A8A"/>
                </a:solidFill>
              </a:rPr>
              <a:t>Rollout Phases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56032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/>
          <a:lstStyle/>
          <a:p>
            <a:pPr algn="ctr"/>
            <a:r>
              <a:rPr b="1" sz="1600">
                <a:solidFill>
                  <a:srgbClr val="0F766E"/>
                </a:solidFill>
              </a:rPr>
              <a:t>1. Seed demo workspace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Mock docs, S3 files, MongoDB chunks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554480"/>
            <a:ext cx="256032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/>
          <a:lstStyle/>
          <a:p>
            <a:pPr algn="ctr"/>
            <a:r>
              <a:rPr b="1" sz="1600">
                <a:solidFill>
                  <a:srgbClr val="0F766E"/>
                </a:solidFill>
              </a:rPr>
              <a:t>2. Train pilot teams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Document Operations, Finance,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554480"/>
            <a:ext cx="256032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/>
          <a:lstStyle/>
          <a:p>
            <a:pPr algn="ctr"/>
            <a:r>
              <a:rPr b="1" sz="1600">
                <a:solidFill>
                  <a:srgbClr val="0F766E"/>
                </a:solidFill>
              </a:rPr>
              <a:t>3. Validate AI answers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Check references and source locators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554480"/>
            <a:ext cx="256032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/>
          <a:lstStyle/>
          <a:p>
            <a:pPr algn="ctr"/>
            <a:r>
              <a:rPr b="1" sz="1600">
                <a:solidFill>
                  <a:srgbClr val="0F766E"/>
                </a:solidFill>
              </a:rPr>
              <a:t>4. Generate briefings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Save summaries as searchable docs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E3A8A"/>
                </a:solidFill>
              </a:rPr>
              <a:t>Selected Scope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8328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/>
          <a:lstStyle/>
          <a:p>
            <a:pPr algn="ctr"/>
            <a:r>
              <a:rPr b="1" sz="1600">
                <a:solidFill>
                  <a:srgbClr val="0F766E"/>
                </a:solidFill>
              </a:rPr>
              <a:t>Attach documents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Best for precise questions.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Example: ask only from Document Management Policy.pdf.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17320"/>
            <a:ext cx="3383280" cy="4023360"/>
          </a:xfrm>
          <a:prstGeom prst="roundRect">
            <a:avLst/>
          </a:prstGeom>
          <a:solidFill>
            <a:srgbClr val="F0FD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/>
          <a:lstStyle/>
          <a:p>
            <a:pPr algn="ctr"/>
            <a:r>
              <a:rPr b="1" sz="1600">
                <a:solidFill>
                  <a:srgbClr val="0F766E"/>
                </a:solidFill>
              </a:rPr>
              <a:t>Attach folders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Best for broad workflows.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Example: attach Finance &amp; Vendors to ask about onboarding and invoices.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3383280" cy="402336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/>
          <a:lstStyle/>
          <a:p>
            <a:pPr algn="ctr"/>
            <a:r>
              <a:rPr b="1" sz="1600">
                <a:solidFill>
                  <a:srgbClr val="0F766E"/>
                </a:solidFill>
              </a:rPr>
              <a:t>Snapshots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Each prompt saves which docs/folders were used.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Old answers remain traceable even if context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E3A8A"/>
                </a:solidFill>
              </a:rPr>
              <a:t>Risks and Controls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/>
          <a:lstStyle/>
          <a:p>
            <a:pPr algn="ctr"/>
            <a:r>
              <a:rPr b="1" sz="1600">
                <a:solidFill>
                  <a:srgbClr val="0F766E"/>
                </a:solidFill>
              </a:rPr>
              <a:t>Risks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Staff attach too many unrelated documents.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Audio/video can consume AI quota if re-indexed repeatedly.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Generated summaries may be trusted without checking references.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Free-tier backend can cold start.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303520" cy="4297680"/>
          </a:xfrm>
          <a:prstGeom prst="round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/>
          <a:lstStyle/>
          <a:p>
            <a:pPr algn="ctr"/>
            <a:r>
              <a:rPr b="1" sz="1600">
                <a:solidFill>
                  <a:srgbClr val="0F766E"/>
                </a:solidFill>
              </a:rPr>
              <a:t>Controls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Show demo guide and sample questions.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Embed mock media once and cache vectors.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Collapse but preserve References Used for every answer.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Warm Render backend with visible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E3A8A"/>
                </a:solidFill>
              </a:rPr>
              <a:t>What Success Looks Like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972800" cy="4480560"/>
          </a:xfrm>
          <a:prstGeom prst="roundRect">
            <a:avLst/>
          </a:prstGeom>
          <a:solidFill>
            <a:srgbClr val="F0FD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/>
          <a:lstStyle/>
          <a:p>
            <a:pPr algn="ctr"/>
            <a:r>
              <a:rPr b="1" sz="1600">
                <a:solidFill>
                  <a:srgbClr val="0F766E"/>
                </a:solidFill>
              </a:rPr>
              <a:t>Demo success criteria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 visitor understands the project from the landing page.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Mock folders show a connected business story.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Semantic search finds related evidence across formats.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Chat answers cite documents, slides, rows, pages, or media timestamps.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 chat can be consolidated into a new downloadable document.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